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MedGuide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clinical research &amp; lab-validation assistant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LangGraph agents, RAG, and Groq — grounded in real clinical data-validation experience at ICMR.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Nidhi Singh   |   AI Engineer   |   AB Talks 60-Day Claude AI Challenge Capstone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knowledge work is still slow, manual, and hard to verify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3055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a specific clinical question means manually digging through long guideline PDFs and papers, with no easy way to trace an answer back to its source.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3154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checks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54787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lab results against reference ranges by hand doesn't scale — a real, repetitive task at pandemic-era volumes of 75,000+ records/month.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17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4572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AI tools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96519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chat-with-your-PDF tools give an answer with zero visibility into how it was derived — a dealbreaker for clinical trust.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MedGuide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groups who need faster, more trustworthy clinical answers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3774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94310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Researchers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query guideline &amp; paper content quickly, with traceable citations back to the source document.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83580" y="23774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78358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3337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/ Data Reviewers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8862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 fast first-pass sanity check on lab values against reference ranges before deeper review.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0116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24060" y="23774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62406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58200" y="3337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Hiring Audiences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8862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&amp; recruiters evaluating a concrete, credible example of agentic RAG applied to a real domain.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MedGuide 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two grounded capabilities, fully visible reasoning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MedGuide AI is a live, deployed agentic assistant that answers clinical questions from real guidelines with cited sources, and separately validates lab values against reference ranges — flagging anomalies in plain English.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8096" y="329184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32918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54096" y="32918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57016" y="329184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3557016" y="32918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43016" y="32918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45936" y="329184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345936" y="32918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Guidelines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Check Labs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31936" y="32918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34856" y="329184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134856" y="32918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stack: Groq LLM · Hugging Face embeddings · Chroma · Streamlit — deployed free, publicly accessible.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MedGuide 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in v1.0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21305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Research Q&amp;A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56032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ingested clinical guidelines &amp; papers — every answer traces back to a source document.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223760" y="21305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 Validation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56032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lab values; the agent flags anomalies against reference ranges with plain-English explanations.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45920" y="43708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Agent Reasoning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80060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agent's steps live — Search → Validate → Synthesize — not a black box.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1148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389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23760" y="43708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Free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480060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publicly on Streamlit Community Cloud, 100% free stack, shareable link.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MedGuide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RAG architecture, fully free to run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65836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87452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253288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LangGraph (StateGraph, conditional routing)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91256"/>
            <a:ext cx="11064240" cy="65836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9125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1912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3.3, free tier)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84962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384962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embeddings + Chroma vector store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507992"/>
            <a:ext cx="11064240" cy="65836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079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450799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reference-range checker (pandas)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1663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51663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 (free, GitHub-linked)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MedGuide 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deferred beyond v1.0 — a clear growth path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258568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LangSmith tracing for full visibility into agent decisions and chain performance.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Corpus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2258568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ingestion to more guidelines, papers, and clinical domains beyond the initial topic.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178808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and persistent per-user session history.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9319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Agent Tools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4178808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further domain-specific tools — e.g. drug interaction checks or triage scoring.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MedGuide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Shape 1"/>
          <p:cNvSpPr/>
          <p:nvPr/>
        </p:nvSpPr>
        <p:spPr>
          <a:xfrm>
            <a:off x="5637276" y="73152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637276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18288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2606040"/>
            <a:ext cx="88971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where clinicians and researchers get fast, honest, source-grounded answers — and where every anomaly in the data is caught before it's missed by a human under pressure.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03120" y="3931920"/>
            <a:ext cx="7982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MedGuide AI is a first, focused step: proof that agentic RAG can be built responsibly, transparently, and for free — grounded in real clinical data experience, not just AI hype.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Nidhi Singh  |  linkedin.com/in/nidhisingh9  |  github.com/Nidhisingh274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2026-07-20T20:01:34Z</dcterms:created>
  <dcterms:modified xsi:type="dcterms:W3CDTF">2026-07-20T20:01:34Z</dcterms:modified>
</cp:coreProperties>
</file>